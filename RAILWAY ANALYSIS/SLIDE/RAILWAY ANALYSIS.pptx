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4A35D-2770-420D-97C3-30FCF5727A00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A63B7-A958-47BD-8748-FEE92E2C2C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046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4A63B7-A958-47BD-8748-FEE92E2C2CF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879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7350-BEE9-4AD0-9B7F-ED4A79D1E7C3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8134-EC2F-43C1-A036-EA3CD433C76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44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7350-BEE9-4AD0-9B7F-ED4A79D1E7C3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8134-EC2F-43C1-A036-EA3CD433C7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92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7350-BEE9-4AD0-9B7F-ED4A79D1E7C3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8134-EC2F-43C1-A036-EA3CD433C76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77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7350-BEE9-4AD0-9B7F-ED4A79D1E7C3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8134-EC2F-43C1-A036-EA3CD433C7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887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7350-BEE9-4AD0-9B7F-ED4A79D1E7C3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8134-EC2F-43C1-A036-EA3CD433C7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06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7350-BEE9-4AD0-9B7F-ED4A79D1E7C3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8134-EC2F-43C1-A036-EA3CD433C7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97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7350-BEE9-4AD0-9B7F-ED4A79D1E7C3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8134-EC2F-43C1-A036-EA3CD433C7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42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1477350-BEE9-4AD0-9B7F-ED4A79D1E7C3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758134-EC2F-43C1-A036-EA3CD433C7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24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7350-BEE9-4AD0-9B7F-ED4A79D1E7C3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8134-EC2F-43C1-A036-EA3CD433C7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863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7350-BEE9-4AD0-9B7F-ED4A79D1E7C3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8134-EC2F-43C1-A036-EA3CD433C7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7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7350-BEE9-4AD0-9B7F-ED4A79D1E7C3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8134-EC2F-43C1-A036-EA3CD433C7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88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1477350-BEE9-4AD0-9B7F-ED4A79D1E7C3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758134-EC2F-43C1-A036-EA3CD433C76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89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36AC2-8264-E8DC-F617-31BA57241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8862" y="1122362"/>
            <a:ext cx="9681328" cy="3751296"/>
          </a:xfrm>
        </p:spPr>
        <p:txBody>
          <a:bodyPr/>
          <a:lstStyle/>
          <a:p>
            <a:r>
              <a:rPr lang="en-US" dirty="0"/>
              <a:t>RAILWAY ANALYSIS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79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0"/>
    </mc:Choice>
    <mc:Fallback xmlns="">
      <p:transition spd="slow" advTm="307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A940-2316-EE74-FE68-288F3917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THREE KEY BUSINESS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B5CCD-E6E9-3EAA-1997-EE3A936D5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7240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Strong Operational Performance</a:t>
            </a:r>
          </a:p>
          <a:p>
            <a:pPr lvl="1"/>
            <a:r>
              <a:rPr lang="en-US" dirty="0"/>
              <a:t>There is a good operational performance because 92% of journey was on time while only 8% of journey was delayed</a:t>
            </a:r>
          </a:p>
          <a:p>
            <a:pPr lvl="1"/>
            <a:r>
              <a:rPr lang="en-US" dirty="0"/>
              <a:t>How ever this can still be improved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17561 Advance ticket was purchased making it the most purchased ticket type</a:t>
            </a:r>
          </a:p>
          <a:p>
            <a:pPr lvl="1" algn="just"/>
            <a:r>
              <a:rPr lang="en-US" dirty="0"/>
              <a:t>    customers are price sensitive and mostly prefer cheap and early booking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  High traffic in some routes and morning period</a:t>
            </a:r>
          </a:p>
          <a:p>
            <a:pPr lvl="1" algn="just"/>
            <a:r>
              <a:rPr lang="en-US" dirty="0"/>
              <a:t>Manchester piccadilly, London Euston are the top departure station while Birmingham, New street are the top in arrival station while Morning has the highest journey volume</a:t>
            </a:r>
          </a:p>
        </p:txBody>
      </p:sp>
    </p:spTree>
    <p:extLst>
      <p:ext uri="{BB962C8B-B14F-4D97-AF65-F5344CB8AC3E}">
        <p14:creationId xmlns:p14="http://schemas.microsoft.com/office/powerpoint/2010/main" val="312140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3C76-2020-251D-E51E-9C72BF6B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RECCOMENDATION TO IMPROVE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9EA90-E83A-5295-1531-B573AFCBC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INTRODUCE FIRST CLASS UPSELL STRATEGIES</a:t>
            </a:r>
          </a:p>
          <a:p>
            <a:pPr lvl="1"/>
            <a:r>
              <a:rPr lang="en-US" dirty="0"/>
              <a:t>The company should offer limited time upgrades and improve awareness of first-class benefits</a:t>
            </a:r>
          </a:p>
          <a:p>
            <a:pPr lvl="1"/>
            <a:r>
              <a:rPr lang="en-US" dirty="0"/>
              <a:t>This will help increase average ticket price and revenue per passenger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Invest in Infrastructure and preventive maintenance</a:t>
            </a:r>
          </a:p>
          <a:p>
            <a:pPr lvl="1"/>
            <a:r>
              <a:rPr lang="en-US" dirty="0"/>
              <a:t>Weather and signal failure are the top cause of delay, the company should upgrade signaling system and also improve predictive weather monitoring.</a:t>
            </a:r>
          </a:p>
          <a:p>
            <a:pPr lvl="1"/>
            <a:r>
              <a:rPr lang="en-US" dirty="0"/>
              <a:t>This can reduce 6.5 delay rate further</a:t>
            </a:r>
          </a:p>
        </p:txBody>
      </p:sp>
    </p:spTree>
    <p:extLst>
      <p:ext uri="{BB962C8B-B14F-4D97-AF65-F5344CB8AC3E}">
        <p14:creationId xmlns:p14="http://schemas.microsoft.com/office/powerpoint/2010/main" val="3923366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C5AD8-17E3-03AA-B721-E4DAADABA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INSIGHT TO PRESENT TO SENIOR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8D94C-9D0C-646F-B5BE-4E925F590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Advance ticket is the highest purchased (17561) far exceeding Off peak and Anytime ticket. </a:t>
            </a:r>
          </a:p>
          <a:p>
            <a:r>
              <a:rPr lang="en-US" dirty="0"/>
              <a:t>This shows that customers are highly price sensitive</a:t>
            </a:r>
          </a:p>
          <a:p>
            <a:r>
              <a:rPr lang="en-US" dirty="0"/>
              <a:t>Early booking improves cash flow and forecasting accuracy</a:t>
            </a:r>
          </a:p>
          <a:p>
            <a:pPr marL="0" indent="0" algn="ctr">
              <a:buNone/>
            </a:pPr>
            <a:r>
              <a:rPr lang="en-US" b="1" dirty="0"/>
              <a:t>Reasons</a:t>
            </a:r>
          </a:p>
          <a:p>
            <a:pPr marL="0" indent="0">
              <a:buNone/>
            </a:pPr>
            <a:r>
              <a:rPr lang="en-US" dirty="0"/>
              <a:t>Direct revenue impact : this insight affects pricing strategy, revenue growth and profitability</a:t>
            </a:r>
          </a:p>
          <a:p>
            <a:pPr marL="0" indent="0">
              <a:buNone/>
            </a:pPr>
            <a:r>
              <a:rPr lang="en-US" dirty="0"/>
              <a:t>Cash flow advantage : Advance bookings bring in money earlier, improving financial planning</a:t>
            </a:r>
          </a:p>
        </p:txBody>
      </p:sp>
    </p:spTree>
    <p:extLst>
      <p:ext uri="{BB962C8B-B14F-4D97-AF65-F5344CB8AC3E}">
        <p14:creationId xmlns:p14="http://schemas.microsoft.com/office/powerpoint/2010/main" val="3952822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D1078A-55B6-F716-67F4-555F7E676966}"/>
              </a:ext>
            </a:extLst>
          </p:cNvPr>
          <p:cNvSpPr txBox="1"/>
          <p:nvPr/>
        </p:nvSpPr>
        <p:spPr>
          <a:xfrm>
            <a:off x="324465" y="1769465"/>
            <a:ext cx="1159223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">
              <a:buClr>
                <a:schemeClr val="accent1"/>
              </a:buClr>
              <a:buSzPct val="80000"/>
            </a:pPr>
            <a:r>
              <a:rPr lang="en-US" sz="3200" b="1" dirty="0">
                <a:latin typeface="Book Antiqua" pitchFamily="18" charset="0"/>
              </a:rPr>
              <a:t>This project has successfully demonstrated how data cleaning, data validation/standardization and data visualization can transform raw health data set into meaningful insights Using Excel .</a:t>
            </a:r>
          </a:p>
          <a:p>
            <a:pPr marL="36576">
              <a:buClr>
                <a:schemeClr val="accent1"/>
              </a:buClr>
              <a:buSzPct val="80000"/>
            </a:pPr>
            <a:endParaRPr lang="en-US" sz="3200" b="1" dirty="0">
              <a:latin typeface="Book Antiqua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338F1-16E4-21FF-C26B-DC95565EEF60}"/>
              </a:ext>
            </a:extLst>
          </p:cNvPr>
          <p:cNvSpPr txBox="1"/>
          <p:nvPr/>
        </p:nvSpPr>
        <p:spPr>
          <a:xfrm>
            <a:off x="2615380" y="651942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600" b="1" dirty="0">
                <a:latin typeface="Book Antiqua" pitchFamily="18" charset="0"/>
              </a:rPr>
              <a:t>CONCLUSION.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33742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173</TotalTime>
  <Words>269</Words>
  <Application>Microsoft Office PowerPoint</Application>
  <PresentationFormat>Widescreen</PresentationFormat>
  <Paragraphs>26</Paragraphs>
  <Slides>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Book Antiqua</vt:lpstr>
      <vt:lpstr>Calibri</vt:lpstr>
      <vt:lpstr>Calibri Light</vt:lpstr>
      <vt:lpstr>Retrospect</vt:lpstr>
      <vt:lpstr>RAILWAY ANALYSIS </vt:lpstr>
      <vt:lpstr>THREE KEY BUSINESS INSIGHT</vt:lpstr>
      <vt:lpstr>RECCOMENDATION TO IMPROVE PERFORMANCE</vt:lpstr>
      <vt:lpstr>INSIGHT TO PRESENT TO SENIOR STAKEHOLDERS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israel odigie</cp:lastModifiedBy>
  <cp:revision>4</cp:revision>
  <dcterms:created xsi:type="dcterms:W3CDTF">2026-02-24T11:19:30Z</dcterms:created>
  <dcterms:modified xsi:type="dcterms:W3CDTF">2026-10-05T17:09:05Z</dcterms:modified>
</cp:coreProperties>
</file>